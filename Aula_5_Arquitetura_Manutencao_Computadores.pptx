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C09BF6-CE36-4BC9-A870-14C1ED5A18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01378B3-D066-4FCB-9207-D692B1099E80}">
      <dgm:prSet/>
      <dgm:spPr/>
      <dgm:t>
        <a:bodyPr/>
        <a:lstStyle/>
        <a:p>
          <a:r>
            <a:rPr lang="en-US"/>
            <a:t>Rufus é um utilitário gratuito e de código aberto para Windows.</a:t>
          </a:r>
        </a:p>
      </dgm:t>
    </dgm:pt>
    <dgm:pt modelId="{F689BF7E-E2AB-4EFF-B304-7E7594D71E84}" type="parTrans" cxnId="{2C09B530-05EE-4290-A83C-B461D5477D0C}">
      <dgm:prSet/>
      <dgm:spPr/>
      <dgm:t>
        <a:bodyPr/>
        <a:lstStyle/>
        <a:p>
          <a:endParaRPr lang="en-US"/>
        </a:p>
      </dgm:t>
    </dgm:pt>
    <dgm:pt modelId="{954C2827-E2F4-4681-A33F-C46CC779DF32}" type="sibTrans" cxnId="{2C09B530-05EE-4290-A83C-B461D5477D0C}">
      <dgm:prSet/>
      <dgm:spPr/>
      <dgm:t>
        <a:bodyPr/>
        <a:lstStyle/>
        <a:p>
          <a:endParaRPr lang="en-US"/>
        </a:p>
      </dgm:t>
    </dgm:pt>
    <dgm:pt modelId="{71FEC089-B2A7-48CC-8EBB-64A00AC2D0B4}">
      <dgm:prSet/>
      <dgm:spPr/>
      <dgm:t>
        <a:bodyPr/>
        <a:lstStyle/>
        <a:p>
          <a:r>
            <a:rPr lang="en-US"/>
            <a:t>Permite formatar e criar unidades USB bootáveis.</a:t>
          </a:r>
        </a:p>
      </dgm:t>
    </dgm:pt>
    <dgm:pt modelId="{EC2F4278-A037-43E4-AA76-12D3439560DD}" type="parTrans" cxnId="{5E5AD595-AAAF-44A8-B9FF-E8B4194E5816}">
      <dgm:prSet/>
      <dgm:spPr/>
      <dgm:t>
        <a:bodyPr/>
        <a:lstStyle/>
        <a:p>
          <a:endParaRPr lang="en-US"/>
        </a:p>
      </dgm:t>
    </dgm:pt>
    <dgm:pt modelId="{3B7D1C72-24BA-4F6B-A50E-1A1A53D69E9A}" type="sibTrans" cxnId="{5E5AD595-AAAF-44A8-B9FF-E8B4194E5816}">
      <dgm:prSet/>
      <dgm:spPr/>
      <dgm:t>
        <a:bodyPr/>
        <a:lstStyle/>
        <a:p>
          <a:endParaRPr lang="en-US"/>
        </a:p>
      </dgm:t>
    </dgm:pt>
    <dgm:pt modelId="{3829A83C-A4A4-4A54-851F-F6B0DBCDA4F3}">
      <dgm:prSet/>
      <dgm:spPr/>
      <dgm:t>
        <a:bodyPr/>
        <a:lstStyle/>
        <a:p>
          <a:r>
            <a:rPr lang="en-US"/>
            <a:t>Usado para instalar sistemas operacionais em computadores sem leitor de CD/DVD.</a:t>
          </a:r>
        </a:p>
      </dgm:t>
    </dgm:pt>
    <dgm:pt modelId="{05779896-88AE-483C-9DAD-2BFB146B3469}" type="parTrans" cxnId="{C93F11FE-7744-4B6F-A549-C6612BF15ED2}">
      <dgm:prSet/>
      <dgm:spPr/>
      <dgm:t>
        <a:bodyPr/>
        <a:lstStyle/>
        <a:p>
          <a:endParaRPr lang="en-US"/>
        </a:p>
      </dgm:t>
    </dgm:pt>
    <dgm:pt modelId="{9E460415-4798-4411-86D9-9900226D8FF6}" type="sibTrans" cxnId="{C93F11FE-7744-4B6F-A549-C6612BF15ED2}">
      <dgm:prSet/>
      <dgm:spPr/>
      <dgm:t>
        <a:bodyPr/>
        <a:lstStyle/>
        <a:p>
          <a:endParaRPr lang="en-US"/>
        </a:p>
      </dgm:t>
    </dgm:pt>
    <dgm:pt modelId="{11E871C1-45B2-475D-A559-BBB4125B9607}" type="pres">
      <dgm:prSet presAssocID="{E9C09BF6-CE36-4BC9-A870-14C1ED5A18D2}" presName="root" presStyleCnt="0">
        <dgm:presLayoutVars>
          <dgm:dir/>
          <dgm:resizeHandles val="exact"/>
        </dgm:presLayoutVars>
      </dgm:prSet>
      <dgm:spPr/>
    </dgm:pt>
    <dgm:pt modelId="{C8405472-11E6-40E7-956E-0AADCF7BB811}" type="pres">
      <dgm:prSet presAssocID="{D01378B3-D066-4FCB-9207-D692B1099E80}" presName="compNode" presStyleCnt="0"/>
      <dgm:spPr/>
    </dgm:pt>
    <dgm:pt modelId="{BEDD6DD3-A066-43AB-958E-B106A57EDD05}" type="pres">
      <dgm:prSet presAssocID="{D01378B3-D066-4FCB-9207-D692B1099E80}" presName="bgRect" presStyleLbl="bgShp" presStyleIdx="0" presStyleCnt="3"/>
      <dgm:spPr/>
    </dgm:pt>
    <dgm:pt modelId="{BA8C22D0-8CD2-4FA3-AA12-BBE50556EE1B}" type="pres">
      <dgm:prSet presAssocID="{D01378B3-D066-4FCB-9207-D692B1099E8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BA0EDEB6-1CF9-4898-A0A6-97D81DA14EBE}" type="pres">
      <dgm:prSet presAssocID="{D01378B3-D066-4FCB-9207-D692B1099E80}" presName="spaceRect" presStyleCnt="0"/>
      <dgm:spPr/>
    </dgm:pt>
    <dgm:pt modelId="{548CA66C-8DB7-492F-98CE-852E004BC49A}" type="pres">
      <dgm:prSet presAssocID="{D01378B3-D066-4FCB-9207-D692B1099E80}" presName="parTx" presStyleLbl="revTx" presStyleIdx="0" presStyleCnt="3">
        <dgm:presLayoutVars>
          <dgm:chMax val="0"/>
          <dgm:chPref val="0"/>
        </dgm:presLayoutVars>
      </dgm:prSet>
      <dgm:spPr/>
    </dgm:pt>
    <dgm:pt modelId="{C2D625C8-EC2C-46E6-9278-FA9C6EF4BBBB}" type="pres">
      <dgm:prSet presAssocID="{954C2827-E2F4-4681-A33F-C46CC779DF32}" presName="sibTrans" presStyleCnt="0"/>
      <dgm:spPr/>
    </dgm:pt>
    <dgm:pt modelId="{316EEC9C-740C-4B23-A165-29F1EC992A6B}" type="pres">
      <dgm:prSet presAssocID="{71FEC089-B2A7-48CC-8EBB-64A00AC2D0B4}" presName="compNode" presStyleCnt="0"/>
      <dgm:spPr/>
    </dgm:pt>
    <dgm:pt modelId="{887D294D-8CC8-47A7-8B40-8C849D194BC2}" type="pres">
      <dgm:prSet presAssocID="{71FEC089-B2A7-48CC-8EBB-64A00AC2D0B4}" presName="bgRect" presStyleLbl="bgShp" presStyleIdx="1" presStyleCnt="3"/>
      <dgm:spPr/>
    </dgm:pt>
    <dgm:pt modelId="{E331D368-3C71-4F0F-9E91-9E2EB52F6B7B}" type="pres">
      <dgm:prSet presAssocID="{71FEC089-B2A7-48CC-8EBB-64A00AC2D0B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FBF14599-9F15-4215-9601-9AEE3E70CBB9}" type="pres">
      <dgm:prSet presAssocID="{71FEC089-B2A7-48CC-8EBB-64A00AC2D0B4}" presName="spaceRect" presStyleCnt="0"/>
      <dgm:spPr/>
    </dgm:pt>
    <dgm:pt modelId="{8417DF7F-2010-4C5F-94B4-FCB352B3BA6C}" type="pres">
      <dgm:prSet presAssocID="{71FEC089-B2A7-48CC-8EBB-64A00AC2D0B4}" presName="parTx" presStyleLbl="revTx" presStyleIdx="1" presStyleCnt="3">
        <dgm:presLayoutVars>
          <dgm:chMax val="0"/>
          <dgm:chPref val="0"/>
        </dgm:presLayoutVars>
      </dgm:prSet>
      <dgm:spPr/>
    </dgm:pt>
    <dgm:pt modelId="{9B083E4D-1EA1-485A-86C3-6AE5D23B86EC}" type="pres">
      <dgm:prSet presAssocID="{3B7D1C72-24BA-4F6B-A50E-1A1A53D69E9A}" presName="sibTrans" presStyleCnt="0"/>
      <dgm:spPr/>
    </dgm:pt>
    <dgm:pt modelId="{F8C3A9AD-67C5-4D8D-993F-4B85C78FF336}" type="pres">
      <dgm:prSet presAssocID="{3829A83C-A4A4-4A54-851F-F6B0DBCDA4F3}" presName="compNode" presStyleCnt="0"/>
      <dgm:spPr/>
    </dgm:pt>
    <dgm:pt modelId="{9DD379E6-16D1-441F-A9D0-E23EFE685059}" type="pres">
      <dgm:prSet presAssocID="{3829A83C-A4A4-4A54-851F-F6B0DBCDA4F3}" presName="bgRect" presStyleLbl="bgShp" presStyleIdx="2" presStyleCnt="3"/>
      <dgm:spPr/>
    </dgm:pt>
    <dgm:pt modelId="{4DDD4A74-2FE5-41BC-B3A2-E807B48F937F}" type="pres">
      <dgm:prSet presAssocID="{3829A83C-A4A4-4A54-851F-F6B0DBCDA4F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95313935-3C99-4F56-A0F3-F8F060F7A77D}" type="pres">
      <dgm:prSet presAssocID="{3829A83C-A4A4-4A54-851F-F6B0DBCDA4F3}" presName="spaceRect" presStyleCnt="0"/>
      <dgm:spPr/>
    </dgm:pt>
    <dgm:pt modelId="{3604376C-1AA5-4540-91EA-7BF1239A4AEB}" type="pres">
      <dgm:prSet presAssocID="{3829A83C-A4A4-4A54-851F-F6B0DBCDA4F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C09B530-05EE-4290-A83C-B461D5477D0C}" srcId="{E9C09BF6-CE36-4BC9-A870-14C1ED5A18D2}" destId="{D01378B3-D066-4FCB-9207-D692B1099E80}" srcOrd="0" destOrd="0" parTransId="{F689BF7E-E2AB-4EFF-B304-7E7594D71E84}" sibTransId="{954C2827-E2F4-4681-A33F-C46CC779DF32}"/>
    <dgm:cxn modelId="{CE39DE69-2265-4E25-9BC4-F255A0171B51}" type="presOf" srcId="{D01378B3-D066-4FCB-9207-D692B1099E80}" destId="{548CA66C-8DB7-492F-98CE-852E004BC49A}" srcOrd="0" destOrd="0" presId="urn:microsoft.com/office/officeart/2018/2/layout/IconVerticalSolidList"/>
    <dgm:cxn modelId="{5C18E14E-D018-4930-A1EB-ED132A394A8B}" type="presOf" srcId="{3829A83C-A4A4-4A54-851F-F6B0DBCDA4F3}" destId="{3604376C-1AA5-4540-91EA-7BF1239A4AEB}" srcOrd="0" destOrd="0" presId="urn:microsoft.com/office/officeart/2018/2/layout/IconVerticalSolidList"/>
    <dgm:cxn modelId="{E97E7050-9130-439C-A485-9DC53434F57E}" type="presOf" srcId="{71FEC089-B2A7-48CC-8EBB-64A00AC2D0B4}" destId="{8417DF7F-2010-4C5F-94B4-FCB352B3BA6C}" srcOrd="0" destOrd="0" presId="urn:microsoft.com/office/officeart/2018/2/layout/IconVerticalSolidList"/>
    <dgm:cxn modelId="{9949A694-0E2D-45A4-8895-48D0E59C6A8A}" type="presOf" srcId="{E9C09BF6-CE36-4BC9-A870-14C1ED5A18D2}" destId="{11E871C1-45B2-475D-A559-BBB4125B9607}" srcOrd="0" destOrd="0" presId="urn:microsoft.com/office/officeart/2018/2/layout/IconVerticalSolidList"/>
    <dgm:cxn modelId="{5E5AD595-AAAF-44A8-B9FF-E8B4194E5816}" srcId="{E9C09BF6-CE36-4BC9-A870-14C1ED5A18D2}" destId="{71FEC089-B2A7-48CC-8EBB-64A00AC2D0B4}" srcOrd="1" destOrd="0" parTransId="{EC2F4278-A037-43E4-AA76-12D3439560DD}" sibTransId="{3B7D1C72-24BA-4F6B-A50E-1A1A53D69E9A}"/>
    <dgm:cxn modelId="{C93F11FE-7744-4B6F-A549-C6612BF15ED2}" srcId="{E9C09BF6-CE36-4BC9-A870-14C1ED5A18D2}" destId="{3829A83C-A4A4-4A54-851F-F6B0DBCDA4F3}" srcOrd="2" destOrd="0" parTransId="{05779896-88AE-483C-9DAD-2BFB146B3469}" sibTransId="{9E460415-4798-4411-86D9-9900226D8FF6}"/>
    <dgm:cxn modelId="{F353768C-07BA-476C-BC76-4E7F4B39FE0A}" type="presParOf" srcId="{11E871C1-45B2-475D-A559-BBB4125B9607}" destId="{C8405472-11E6-40E7-956E-0AADCF7BB811}" srcOrd="0" destOrd="0" presId="urn:microsoft.com/office/officeart/2018/2/layout/IconVerticalSolidList"/>
    <dgm:cxn modelId="{6A1F95AC-9DDA-475B-AE36-737AAC2DDE44}" type="presParOf" srcId="{C8405472-11E6-40E7-956E-0AADCF7BB811}" destId="{BEDD6DD3-A066-43AB-958E-B106A57EDD05}" srcOrd="0" destOrd="0" presId="urn:microsoft.com/office/officeart/2018/2/layout/IconVerticalSolidList"/>
    <dgm:cxn modelId="{41D97DCE-5397-47C9-B45F-6FD205A0FA65}" type="presParOf" srcId="{C8405472-11E6-40E7-956E-0AADCF7BB811}" destId="{BA8C22D0-8CD2-4FA3-AA12-BBE50556EE1B}" srcOrd="1" destOrd="0" presId="urn:microsoft.com/office/officeart/2018/2/layout/IconVerticalSolidList"/>
    <dgm:cxn modelId="{43E9AE7C-A90C-4159-BF8F-A82F8D31E9FA}" type="presParOf" srcId="{C8405472-11E6-40E7-956E-0AADCF7BB811}" destId="{BA0EDEB6-1CF9-4898-A0A6-97D81DA14EBE}" srcOrd="2" destOrd="0" presId="urn:microsoft.com/office/officeart/2018/2/layout/IconVerticalSolidList"/>
    <dgm:cxn modelId="{E40B8933-2AB7-4294-AC70-CA9171CF0670}" type="presParOf" srcId="{C8405472-11E6-40E7-956E-0AADCF7BB811}" destId="{548CA66C-8DB7-492F-98CE-852E004BC49A}" srcOrd="3" destOrd="0" presId="urn:microsoft.com/office/officeart/2018/2/layout/IconVerticalSolidList"/>
    <dgm:cxn modelId="{25B47B84-CB6D-4A92-ACAB-67298CDED3C5}" type="presParOf" srcId="{11E871C1-45B2-475D-A559-BBB4125B9607}" destId="{C2D625C8-EC2C-46E6-9278-FA9C6EF4BBBB}" srcOrd="1" destOrd="0" presId="urn:microsoft.com/office/officeart/2018/2/layout/IconVerticalSolidList"/>
    <dgm:cxn modelId="{F8934212-C120-456E-B9A0-0378599DA1C3}" type="presParOf" srcId="{11E871C1-45B2-475D-A559-BBB4125B9607}" destId="{316EEC9C-740C-4B23-A165-29F1EC992A6B}" srcOrd="2" destOrd="0" presId="urn:microsoft.com/office/officeart/2018/2/layout/IconVerticalSolidList"/>
    <dgm:cxn modelId="{EBA041B4-C43B-4FA0-A46A-7B49E15B1BBE}" type="presParOf" srcId="{316EEC9C-740C-4B23-A165-29F1EC992A6B}" destId="{887D294D-8CC8-47A7-8B40-8C849D194BC2}" srcOrd="0" destOrd="0" presId="urn:microsoft.com/office/officeart/2018/2/layout/IconVerticalSolidList"/>
    <dgm:cxn modelId="{3BA6FDE9-681F-46A3-80B0-9B50F3F948EA}" type="presParOf" srcId="{316EEC9C-740C-4B23-A165-29F1EC992A6B}" destId="{E331D368-3C71-4F0F-9E91-9E2EB52F6B7B}" srcOrd="1" destOrd="0" presId="urn:microsoft.com/office/officeart/2018/2/layout/IconVerticalSolidList"/>
    <dgm:cxn modelId="{C93EAC2E-3A4C-4A88-8604-B8B91C4B83E4}" type="presParOf" srcId="{316EEC9C-740C-4B23-A165-29F1EC992A6B}" destId="{FBF14599-9F15-4215-9601-9AEE3E70CBB9}" srcOrd="2" destOrd="0" presId="urn:microsoft.com/office/officeart/2018/2/layout/IconVerticalSolidList"/>
    <dgm:cxn modelId="{63CEC6B1-856D-4519-9056-E86F2BBBB801}" type="presParOf" srcId="{316EEC9C-740C-4B23-A165-29F1EC992A6B}" destId="{8417DF7F-2010-4C5F-94B4-FCB352B3BA6C}" srcOrd="3" destOrd="0" presId="urn:microsoft.com/office/officeart/2018/2/layout/IconVerticalSolidList"/>
    <dgm:cxn modelId="{D2186C73-4F80-4F66-BBA3-67B3A80A91B2}" type="presParOf" srcId="{11E871C1-45B2-475D-A559-BBB4125B9607}" destId="{9B083E4D-1EA1-485A-86C3-6AE5D23B86EC}" srcOrd="3" destOrd="0" presId="urn:microsoft.com/office/officeart/2018/2/layout/IconVerticalSolidList"/>
    <dgm:cxn modelId="{FBCF37B2-03EB-41E3-91C4-8F48BE11EF1B}" type="presParOf" srcId="{11E871C1-45B2-475D-A559-BBB4125B9607}" destId="{F8C3A9AD-67C5-4D8D-993F-4B85C78FF336}" srcOrd="4" destOrd="0" presId="urn:microsoft.com/office/officeart/2018/2/layout/IconVerticalSolidList"/>
    <dgm:cxn modelId="{B3EF9FE5-8EFA-4323-956B-5F4E12308BC3}" type="presParOf" srcId="{F8C3A9AD-67C5-4D8D-993F-4B85C78FF336}" destId="{9DD379E6-16D1-441F-A9D0-E23EFE685059}" srcOrd="0" destOrd="0" presId="urn:microsoft.com/office/officeart/2018/2/layout/IconVerticalSolidList"/>
    <dgm:cxn modelId="{7134A3D7-E97D-4F05-BD13-009A7DFDD47B}" type="presParOf" srcId="{F8C3A9AD-67C5-4D8D-993F-4B85C78FF336}" destId="{4DDD4A74-2FE5-41BC-B3A2-E807B48F937F}" srcOrd="1" destOrd="0" presId="urn:microsoft.com/office/officeart/2018/2/layout/IconVerticalSolidList"/>
    <dgm:cxn modelId="{7ACB1CA7-B98E-45F1-BEB2-72BAD8D9F851}" type="presParOf" srcId="{F8C3A9AD-67C5-4D8D-993F-4B85C78FF336}" destId="{95313935-3C99-4F56-A0F3-F8F060F7A77D}" srcOrd="2" destOrd="0" presId="urn:microsoft.com/office/officeart/2018/2/layout/IconVerticalSolidList"/>
    <dgm:cxn modelId="{F284D7A3-2987-4286-823A-FBA0AF3E108B}" type="presParOf" srcId="{F8C3A9AD-67C5-4D8D-993F-4B85C78FF336}" destId="{3604376C-1AA5-4540-91EA-7BF1239A4A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255C3D-8AC6-4DB1-B58F-8962CAA2EE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C5E3B63-EE4E-4FE2-AA76-09FAF8F8DCF5}">
      <dgm:prSet/>
      <dgm:spPr/>
      <dgm:t>
        <a:bodyPr/>
        <a:lstStyle/>
        <a:p>
          <a:r>
            <a:rPr lang="en-US"/>
            <a:t>Pendrive com pelo menos 8 GB.</a:t>
          </a:r>
        </a:p>
      </dgm:t>
    </dgm:pt>
    <dgm:pt modelId="{B6470F6F-D122-4FA0-B388-ABBED6DD9260}" type="parTrans" cxnId="{BE6F29C5-1813-4273-9409-F6BED7C87F7B}">
      <dgm:prSet/>
      <dgm:spPr/>
      <dgm:t>
        <a:bodyPr/>
        <a:lstStyle/>
        <a:p>
          <a:endParaRPr lang="en-US"/>
        </a:p>
      </dgm:t>
    </dgm:pt>
    <dgm:pt modelId="{5E64D9D0-0141-4BE3-BC13-F83BEBDDF5D1}" type="sibTrans" cxnId="{BE6F29C5-1813-4273-9409-F6BED7C87F7B}">
      <dgm:prSet/>
      <dgm:spPr/>
      <dgm:t>
        <a:bodyPr/>
        <a:lstStyle/>
        <a:p>
          <a:endParaRPr lang="en-US"/>
        </a:p>
      </dgm:t>
    </dgm:pt>
    <dgm:pt modelId="{36527E80-E09E-40EF-94B9-0E5BD9E26232}">
      <dgm:prSet/>
      <dgm:spPr/>
      <dgm:t>
        <a:bodyPr/>
        <a:lstStyle/>
        <a:p>
          <a:r>
            <a:rPr lang="en-US"/>
            <a:t>Arquivo ISO do Windows.</a:t>
          </a:r>
        </a:p>
      </dgm:t>
    </dgm:pt>
    <dgm:pt modelId="{4E902630-AFF6-4691-B08B-642029A1DEE7}" type="parTrans" cxnId="{8382C0EC-F020-452D-8497-4FE4A0A8E7A0}">
      <dgm:prSet/>
      <dgm:spPr/>
      <dgm:t>
        <a:bodyPr/>
        <a:lstStyle/>
        <a:p>
          <a:endParaRPr lang="en-US"/>
        </a:p>
      </dgm:t>
    </dgm:pt>
    <dgm:pt modelId="{11BF12C8-1214-4F4C-82DF-69A9415FCE34}" type="sibTrans" cxnId="{8382C0EC-F020-452D-8497-4FE4A0A8E7A0}">
      <dgm:prSet/>
      <dgm:spPr/>
      <dgm:t>
        <a:bodyPr/>
        <a:lstStyle/>
        <a:p>
          <a:endParaRPr lang="en-US"/>
        </a:p>
      </dgm:t>
    </dgm:pt>
    <dgm:pt modelId="{CFE905B7-5EFE-414C-82D5-75FA3CB2D194}">
      <dgm:prSet/>
      <dgm:spPr/>
      <dgm:t>
        <a:bodyPr/>
        <a:lstStyle/>
        <a:p>
          <a:r>
            <a:rPr lang="en-US"/>
            <a:t>Programa Rufus.</a:t>
          </a:r>
        </a:p>
      </dgm:t>
    </dgm:pt>
    <dgm:pt modelId="{D2EE76A6-2057-4832-BB6F-3D1CCD9451EC}" type="parTrans" cxnId="{E0682B03-3E8A-40E7-8192-289ADD1A4239}">
      <dgm:prSet/>
      <dgm:spPr/>
      <dgm:t>
        <a:bodyPr/>
        <a:lstStyle/>
        <a:p>
          <a:endParaRPr lang="en-US"/>
        </a:p>
      </dgm:t>
    </dgm:pt>
    <dgm:pt modelId="{C96BC93A-2977-4BF1-BBF7-D631F5D0F692}" type="sibTrans" cxnId="{E0682B03-3E8A-40E7-8192-289ADD1A4239}">
      <dgm:prSet/>
      <dgm:spPr/>
      <dgm:t>
        <a:bodyPr/>
        <a:lstStyle/>
        <a:p>
          <a:endParaRPr lang="en-US"/>
        </a:p>
      </dgm:t>
    </dgm:pt>
    <dgm:pt modelId="{5352EA97-548B-436E-A6F2-4DDE124456A9}" type="pres">
      <dgm:prSet presAssocID="{C8255C3D-8AC6-4DB1-B58F-8962CAA2EE49}" presName="root" presStyleCnt="0">
        <dgm:presLayoutVars>
          <dgm:dir/>
          <dgm:resizeHandles val="exact"/>
        </dgm:presLayoutVars>
      </dgm:prSet>
      <dgm:spPr/>
    </dgm:pt>
    <dgm:pt modelId="{A095327A-43D5-4CB7-96B9-6D1C35D4362E}" type="pres">
      <dgm:prSet presAssocID="{0C5E3B63-EE4E-4FE2-AA76-09FAF8F8DCF5}" presName="compNode" presStyleCnt="0"/>
      <dgm:spPr/>
    </dgm:pt>
    <dgm:pt modelId="{A602594F-E754-46D4-84CC-DE97DC8E9DBF}" type="pres">
      <dgm:prSet presAssocID="{0C5E3B63-EE4E-4FE2-AA76-09FAF8F8DCF5}" presName="bgRect" presStyleLbl="bgShp" presStyleIdx="0" presStyleCnt="3"/>
      <dgm:spPr/>
    </dgm:pt>
    <dgm:pt modelId="{8B6C7B36-7971-4FBA-8448-361C64B02478}" type="pres">
      <dgm:prSet presAssocID="{0C5E3B63-EE4E-4FE2-AA76-09FAF8F8DCF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 Drive"/>
        </a:ext>
      </dgm:extLst>
    </dgm:pt>
    <dgm:pt modelId="{3049C492-7DBE-4D11-AE4C-82CF69BC6AD7}" type="pres">
      <dgm:prSet presAssocID="{0C5E3B63-EE4E-4FE2-AA76-09FAF8F8DCF5}" presName="spaceRect" presStyleCnt="0"/>
      <dgm:spPr/>
    </dgm:pt>
    <dgm:pt modelId="{1D2D667D-2018-41BC-BD19-9DA0D9AA2FFE}" type="pres">
      <dgm:prSet presAssocID="{0C5E3B63-EE4E-4FE2-AA76-09FAF8F8DCF5}" presName="parTx" presStyleLbl="revTx" presStyleIdx="0" presStyleCnt="3">
        <dgm:presLayoutVars>
          <dgm:chMax val="0"/>
          <dgm:chPref val="0"/>
        </dgm:presLayoutVars>
      </dgm:prSet>
      <dgm:spPr/>
    </dgm:pt>
    <dgm:pt modelId="{8699C93B-53BA-4E34-A675-5A9C5FF4FC0E}" type="pres">
      <dgm:prSet presAssocID="{5E64D9D0-0141-4BE3-BC13-F83BEBDDF5D1}" presName="sibTrans" presStyleCnt="0"/>
      <dgm:spPr/>
    </dgm:pt>
    <dgm:pt modelId="{C66FFE63-8090-4852-A8D8-EB158DC3594F}" type="pres">
      <dgm:prSet presAssocID="{36527E80-E09E-40EF-94B9-0E5BD9E26232}" presName="compNode" presStyleCnt="0"/>
      <dgm:spPr/>
    </dgm:pt>
    <dgm:pt modelId="{555B7C49-9939-4FF4-A658-7C7F49EA80E8}" type="pres">
      <dgm:prSet presAssocID="{36527E80-E09E-40EF-94B9-0E5BD9E26232}" presName="bgRect" presStyleLbl="bgShp" presStyleIdx="1" presStyleCnt="3"/>
      <dgm:spPr/>
    </dgm:pt>
    <dgm:pt modelId="{9828ECFC-13F5-47EC-93A6-D75671BF6DFC}" type="pres">
      <dgm:prSet presAssocID="{36527E80-E09E-40EF-94B9-0E5BD9E2623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8828966-188E-4B9D-9CAA-C47EB66BFD7B}" type="pres">
      <dgm:prSet presAssocID="{36527E80-E09E-40EF-94B9-0E5BD9E26232}" presName="spaceRect" presStyleCnt="0"/>
      <dgm:spPr/>
    </dgm:pt>
    <dgm:pt modelId="{058EE81B-BA91-4C8A-9B2B-DFB51A3CED42}" type="pres">
      <dgm:prSet presAssocID="{36527E80-E09E-40EF-94B9-0E5BD9E26232}" presName="parTx" presStyleLbl="revTx" presStyleIdx="1" presStyleCnt="3">
        <dgm:presLayoutVars>
          <dgm:chMax val="0"/>
          <dgm:chPref val="0"/>
        </dgm:presLayoutVars>
      </dgm:prSet>
      <dgm:spPr/>
    </dgm:pt>
    <dgm:pt modelId="{BC632891-B5D5-4F4E-B08E-B98D364D7ED8}" type="pres">
      <dgm:prSet presAssocID="{11BF12C8-1214-4F4C-82DF-69A9415FCE34}" presName="sibTrans" presStyleCnt="0"/>
      <dgm:spPr/>
    </dgm:pt>
    <dgm:pt modelId="{643A2122-DB54-4D54-84A0-B0F49C9A1113}" type="pres">
      <dgm:prSet presAssocID="{CFE905B7-5EFE-414C-82D5-75FA3CB2D194}" presName="compNode" presStyleCnt="0"/>
      <dgm:spPr/>
    </dgm:pt>
    <dgm:pt modelId="{ADB42906-1208-4C3B-8333-7FF01983E96A}" type="pres">
      <dgm:prSet presAssocID="{CFE905B7-5EFE-414C-82D5-75FA3CB2D194}" presName="bgRect" presStyleLbl="bgShp" presStyleIdx="2" presStyleCnt="3"/>
      <dgm:spPr/>
    </dgm:pt>
    <dgm:pt modelId="{793C50A5-0B77-47DA-9097-9AE0C2DC84EB}" type="pres">
      <dgm:prSet presAssocID="{CFE905B7-5EFE-414C-82D5-75FA3CB2D19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ão"/>
        </a:ext>
      </dgm:extLst>
    </dgm:pt>
    <dgm:pt modelId="{CA24F9AE-2803-45D5-8879-3862C654C249}" type="pres">
      <dgm:prSet presAssocID="{CFE905B7-5EFE-414C-82D5-75FA3CB2D194}" presName="spaceRect" presStyleCnt="0"/>
      <dgm:spPr/>
    </dgm:pt>
    <dgm:pt modelId="{D4EBCE14-517F-4F0F-806E-8410555F8C8F}" type="pres">
      <dgm:prSet presAssocID="{CFE905B7-5EFE-414C-82D5-75FA3CB2D19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0682B03-3E8A-40E7-8192-289ADD1A4239}" srcId="{C8255C3D-8AC6-4DB1-B58F-8962CAA2EE49}" destId="{CFE905B7-5EFE-414C-82D5-75FA3CB2D194}" srcOrd="2" destOrd="0" parTransId="{D2EE76A6-2057-4832-BB6F-3D1CCD9451EC}" sibTransId="{C96BC93A-2977-4BF1-BBF7-D631F5D0F692}"/>
    <dgm:cxn modelId="{238BAD17-41DA-4CE4-B7FE-3E4A2065AA1C}" type="presOf" srcId="{C8255C3D-8AC6-4DB1-B58F-8962CAA2EE49}" destId="{5352EA97-548B-436E-A6F2-4DDE124456A9}" srcOrd="0" destOrd="0" presId="urn:microsoft.com/office/officeart/2018/2/layout/IconVerticalSolidList"/>
    <dgm:cxn modelId="{F4A5CA6B-AB8B-428B-8807-69CD9AC25B28}" type="presOf" srcId="{36527E80-E09E-40EF-94B9-0E5BD9E26232}" destId="{058EE81B-BA91-4C8A-9B2B-DFB51A3CED42}" srcOrd="0" destOrd="0" presId="urn:microsoft.com/office/officeart/2018/2/layout/IconVerticalSolidList"/>
    <dgm:cxn modelId="{AB9FDAA5-3101-4F0D-9CEE-0A37C669B2A1}" type="presOf" srcId="{0C5E3B63-EE4E-4FE2-AA76-09FAF8F8DCF5}" destId="{1D2D667D-2018-41BC-BD19-9DA0D9AA2FFE}" srcOrd="0" destOrd="0" presId="urn:microsoft.com/office/officeart/2018/2/layout/IconVerticalSolidList"/>
    <dgm:cxn modelId="{1AC496BE-E60F-41DB-95A0-59F56DE7CC38}" type="presOf" srcId="{CFE905B7-5EFE-414C-82D5-75FA3CB2D194}" destId="{D4EBCE14-517F-4F0F-806E-8410555F8C8F}" srcOrd="0" destOrd="0" presId="urn:microsoft.com/office/officeart/2018/2/layout/IconVerticalSolidList"/>
    <dgm:cxn modelId="{BE6F29C5-1813-4273-9409-F6BED7C87F7B}" srcId="{C8255C3D-8AC6-4DB1-B58F-8962CAA2EE49}" destId="{0C5E3B63-EE4E-4FE2-AA76-09FAF8F8DCF5}" srcOrd="0" destOrd="0" parTransId="{B6470F6F-D122-4FA0-B388-ABBED6DD9260}" sibTransId="{5E64D9D0-0141-4BE3-BC13-F83BEBDDF5D1}"/>
    <dgm:cxn modelId="{8382C0EC-F020-452D-8497-4FE4A0A8E7A0}" srcId="{C8255C3D-8AC6-4DB1-B58F-8962CAA2EE49}" destId="{36527E80-E09E-40EF-94B9-0E5BD9E26232}" srcOrd="1" destOrd="0" parTransId="{4E902630-AFF6-4691-B08B-642029A1DEE7}" sibTransId="{11BF12C8-1214-4F4C-82DF-69A9415FCE34}"/>
    <dgm:cxn modelId="{7D3436AC-5813-4ED5-B6C9-58C32C01C9BE}" type="presParOf" srcId="{5352EA97-548B-436E-A6F2-4DDE124456A9}" destId="{A095327A-43D5-4CB7-96B9-6D1C35D4362E}" srcOrd="0" destOrd="0" presId="urn:microsoft.com/office/officeart/2018/2/layout/IconVerticalSolidList"/>
    <dgm:cxn modelId="{FB23D96A-558C-4B44-AF64-1243B37353F8}" type="presParOf" srcId="{A095327A-43D5-4CB7-96B9-6D1C35D4362E}" destId="{A602594F-E754-46D4-84CC-DE97DC8E9DBF}" srcOrd="0" destOrd="0" presId="urn:microsoft.com/office/officeart/2018/2/layout/IconVerticalSolidList"/>
    <dgm:cxn modelId="{1D81F38F-02BF-4032-B3BC-8901CC76269E}" type="presParOf" srcId="{A095327A-43D5-4CB7-96B9-6D1C35D4362E}" destId="{8B6C7B36-7971-4FBA-8448-361C64B02478}" srcOrd="1" destOrd="0" presId="urn:microsoft.com/office/officeart/2018/2/layout/IconVerticalSolidList"/>
    <dgm:cxn modelId="{C705591D-B6B1-44D9-B99A-2C4E3CBE1080}" type="presParOf" srcId="{A095327A-43D5-4CB7-96B9-6D1C35D4362E}" destId="{3049C492-7DBE-4D11-AE4C-82CF69BC6AD7}" srcOrd="2" destOrd="0" presId="urn:microsoft.com/office/officeart/2018/2/layout/IconVerticalSolidList"/>
    <dgm:cxn modelId="{5A084AFF-F9D3-413E-8E2A-8D7C5B12EFAA}" type="presParOf" srcId="{A095327A-43D5-4CB7-96B9-6D1C35D4362E}" destId="{1D2D667D-2018-41BC-BD19-9DA0D9AA2FFE}" srcOrd="3" destOrd="0" presId="urn:microsoft.com/office/officeart/2018/2/layout/IconVerticalSolidList"/>
    <dgm:cxn modelId="{9412BE1C-564E-4C95-B1B1-E639C58C52B3}" type="presParOf" srcId="{5352EA97-548B-436E-A6F2-4DDE124456A9}" destId="{8699C93B-53BA-4E34-A675-5A9C5FF4FC0E}" srcOrd="1" destOrd="0" presId="urn:microsoft.com/office/officeart/2018/2/layout/IconVerticalSolidList"/>
    <dgm:cxn modelId="{D7016C09-C3C9-48A5-ACC7-BCCB1D682679}" type="presParOf" srcId="{5352EA97-548B-436E-A6F2-4DDE124456A9}" destId="{C66FFE63-8090-4852-A8D8-EB158DC3594F}" srcOrd="2" destOrd="0" presId="urn:microsoft.com/office/officeart/2018/2/layout/IconVerticalSolidList"/>
    <dgm:cxn modelId="{F52DDF16-176B-49DC-B959-B4DB27224FB6}" type="presParOf" srcId="{C66FFE63-8090-4852-A8D8-EB158DC3594F}" destId="{555B7C49-9939-4FF4-A658-7C7F49EA80E8}" srcOrd="0" destOrd="0" presId="urn:microsoft.com/office/officeart/2018/2/layout/IconVerticalSolidList"/>
    <dgm:cxn modelId="{C0BFA363-1ADE-47B5-AFF7-D1CB5C24E657}" type="presParOf" srcId="{C66FFE63-8090-4852-A8D8-EB158DC3594F}" destId="{9828ECFC-13F5-47EC-93A6-D75671BF6DFC}" srcOrd="1" destOrd="0" presId="urn:microsoft.com/office/officeart/2018/2/layout/IconVerticalSolidList"/>
    <dgm:cxn modelId="{1376B9AE-9822-45C5-A0B0-279393C86136}" type="presParOf" srcId="{C66FFE63-8090-4852-A8D8-EB158DC3594F}" destId="{08828966-188E-4B9D-9CAA-C47EB66BFD7B}" srcOrd="2" destOrd="0" presId="urn:microsoft.com/office/officeart/2018/2/layout/IconVerticalSolidList"/>
    <dgm:cxn modelId="{65A7613B-B1ED-472E-B169-0B4F36842B67}" type="presParOf" srcId="{C66FFE63-8090-4852-A8D8-EB158DC3594F}" destId="{058EE81B-BA91-4C8A-9B2B-DFB51A3CED42}" srcOrd="3" destOrd="0" presId="urn:microsoft.com/office/officeart/2018/2/layout/IconVerticalSolidList"/>
    <dgm:cxn modelId="{54846807-A4E3-4F36-B888-894D56140D75}" type="presParOf" srcId="{5352EA97-548B-436E-A6F2-4DDE124456A9}" destId="{BC632891-B5D5-4F4E-B08E-B98D364D7ED8}" srcOrd="3" destOrd="0" presId="urn:microsoft.com/office/officeart/2018/2/layout/IconVerticalSolidList"/>
    <dgm:cxn modelId="{5C379AB3-7CB1-42B3-8ED4-91CF45004B29}" type="presParOf" srcId="{5352EA97-548B-436E-A6F2-4DDE124456A9}" destId="{643A2122-DB54-4D54-84A0-B0F49C9A1113}" srcOrd="4" destOrd="0" presId="urn:microsoft.com/office/officeart/2018/2/layout/IconVerticalSolidList"/>
    <dgm:cxn modelId="{E70C52BD-2C0B-46E9-A610-D283A6A4D3CB}" type="presParOf" srcId="{643A2122-DB54-4D54-84A0-B0F49C9A1113}" destId="{ADB42906-1208-4C3B-8333-7FF01983E96A}" srcOrd="0" destOrd="0" presId="urn:microsoft.com/office/officeart/2018/2/layout/IconVerticalSolidList"/>
    <dgm:cxn modelId="{4BC4C28B-3939-441A-882D-5401BDC5AB1F}" type="presParOf" srcId="{643A2122-DB54-4D54-84A0-B0F49C9A1113}" destId="{793C50A5-0B77-47DA-9097-9AE0C2DC84EB}" srcOrd="1" destOrd="0" presId="urn:microsoft.com/office/officeart/2018/2/layout/IconVerticalSolidList"/>
    <dgm:cxn modelId="{CC797708-42FB-45B2-B05F-781B5C14718C}" type="presParOf" srcId="{643A2122-DB54-4D54-84A0-B0F49C9A1113}" destId="{CA24F9AE-2803-45D5-8879-3862C654C249}" srcOrd="2" destOrd="0" presId="urn:microsoft.com/office/officeart/2018/2/layout/IconVerticalSolidList"/>
    <dgm:cxn modelId="{4B6E548E-C917-4DD1-9156-A4C48B56AC52}" type="presParOf" srcId="{643A2122-DB54-4D54-84A0-B0F49C9A1113}" destId="{D4EBCE14-517F-4F0F-806E-8410555F8C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F17FE5-946E-4C03-83A3-8EAF05FF103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59B765-D7EA-4660-B39B-A3E7E7DFFBE6}">
      <dgm:prSet/>
      <dgm:spPr/>
      <dgm:t>
        <a:bodyPr/>
        <a:lstStyle/>
        <a:p>
          <a:r>
            <a:rPr lang="en-US"/>
            <a:t>1. Baixe e abra o Rufus.</a:t>
          </a:r>
        </a:p>
      </dgm:t>
    </dgm:pt>
    <dgm:pt modelId="{119789B4-C53A-47EB-B6CF-FB374CEF6594}" type="parTrans" cxnId="{31BB1F39-F88F-4B18-B893-0836F09A062D}">
      <dgm:prSet/>
      <dgm:spPr/>
      <dgm:t>
        <a:bodyPr/>
        <a:lstStyle/>
        <a:p>
          <a:endParaRPr lang="en-US"/>
        </a:p>
      </dgm:t>
    </dgm:pt>
    <dgm:pt modelId="{00F96DDF-9E11-4D51-99F7-415C6842C799}" type="sibTrans" cxnId="{31BB1F39-F88F-4B18-B893-0836F09A062D}">
      <dgm:prSet/>
      <dgm:spPr/>
      <dgm:t>
        <a:bodyPr/>
        <a:lstStyle/>
        <a:p>
          <a:endParaRPr lang="en-US"/>
        </a:p>
      </dgm:t>
    </dgm:pt>
    <dgm:pt modelId="{101CF8D8-F887-4777-A62F-AD11EC8562AD}">
      <dgm:prSet/>
      <dgm:spPr/>
      <dgm:t>
        <a:bodyPr/>
        <a:lstStyle/>
        <a:p>
          <a:r>
            <a:rPr lang="en-US"/>
            <a:t>2. Conecte o pendrive.</a:t>
          </a:r>
        </a:p>
      </dgm:t>
    </dgm:pt>
    <dgm:pt modelId="{CD75F6C7-21F0-4BFF-9B22-AE26C2228D80}" type="parTrans" cxnId="{F1B24BA1-5C8E-449E-8D46-386D46BEBCCC}">
      <dgm:prSet/>
      <dgm:spPr/>
      <dgm:t>
        <a:bodyPr/>
        <a:lstStyle/>
        <a:p>
          <a:endParaRPr lang="en-US"/>
        </a:p>
      </dgm:t>
    </dgm:pt>
    <dgm:pt modelId="{B2FA6B5D-9DFF-4052-AD90-7DCE5395AB76}" type="sibTrans" cxnId="{F1B24BA1-5C8E-449E-8D46-386D46BEBCCC}">
      <dgm:prSet/>
      <dgm:spPr/>
      <dgm:t>
        <a:bodyPr/>
        <a:lstStyle/>
        <a:p>
          <a:endParaRPr lang="en-US"/>
        </a:p>
      </dgm:t>
    </dgm:pt>
    <dgm:pt modelId="{796224A9-62FA-4017-B36A-366734379880}">
      <dgm:prSet/>
      <dgm:spPr/>
      <dgm:t>
        <a:bodyPr/>
        <a:lstStyle/>
        <a:p>
          <a:r>
            <a:rPr lang="en-US"/>
            <a:t>3. Selecione o dispositivo.</a:t>
          </a:r>
        </a:p>
      </dgm:t>
    </dgm:pt>
    <dgm:pt modelId="{B0F3BBD3-44B4-4144-91F2-E2DB8C294286}" type="parTrans" cxnId="{A25B510C-F7D5-44F0-88CB-15908B88D88A}">
      <dgm:prSet/>
      <dgm:spPr/>
      <dgm:t>
        <a:bodyPr/>
        <a:lstStyle/>
        <a:p>
          <a:endParaRPr lang="en-US"/>
        </a:p>
      </dgm:t>
    </dgm:pt>
    <dgm:pt modelId="{86E5DA41-4166-4207-9100-DD707DC1D76E}" type="sibTrans" cxnId="{A25B510C-F7D5-44F0-88CB-15908B88D88A}">
      <dgm:prSet/>
      <dgm:spPr/>
      <dgm:t>
        <a:bodyPr/>
        <a:lstStyle/>
        <a:p>
          <a:endParaRPr lang="en-US"/>
        </a:p>
      </dgm:t>
    </dgm:pt>
    <dgm:pt modelId="{00E094F3-7539-4250-8B31-B36FB0DF0A22}">
      <dgm:prSet/>
      <dgm:spPr/>
      <dgm:t>
        <a:bodyPr/>
        <a:lstStyle/>
        <a:p>
          <a:r>
            <a:rPr lang="en-US"/>
            <a:t>4. Escolha o arquivo ISO.</a:t>
          </a:r>
        </a:p>
      </dgm:t>
    </dgm:pt>
    <dgm:pt modelId="{5B6CCDA6-BCE7-4FC8-970D-89178BFAF575}" type="parTrans" cxnId="{A177C3B5-8E01-47F4-BFD7-96F620C4822D}">
      <dgm:prSet/>
      <dgm:spPr/>
      <dgm:t>
        <a:bodyPr/>
        <a:lstStyle/>
        <a:p>
          <a:endParaRPr lang="en-US"/>
        </a:p>
      </dgm:t>
    </dgm:pt>
    <dgm:pt modelId="{50186148-8945-4DDD-987D-CD5821A65B8D}" type="sibTrans" cxnId="{A177C3B5-8E01-47F4-BFD7-96F620C4822D}">
      <dgm:prSet/>
      <dgm:spPr/>
      <dgm:t>
        <a:bodyPr/>
        <a:lstStyle/>
        <a:p>
          <a:endParaRPr lang="en-US"/>
        </a:p>
      </dgm:t>
    </dgm:pt>
    <dgm:pt modelId="{19B84B0E-F8C5-4081-B27E-D9BA4277BE2A}">
      <dgm:prSet/>
      <dgm:spPr/>
      <dgm:t>
        <a:bodyPr/>
        <a:lstStyle/>
        <a:p>
          <a:r>
            <a:rPr lang="en-US"/>
            <a:t>5. Configure esquema de partição e sistema de arquivos.</a:t>
          </a:r>
        </a:p>
      </dgm:t>
    </dgm:pt>
    <dgm:pt modelId="{3E20B3BB-381C-4B5D-81E1-637209F19990}" type="parTrans" cxnId="{0D69BD22-91B3-4AE8-BBC3-F78B761D92A8}">
      <dgm:prSet/>
      <dgm:spPr/>
      <dgm:t>
        <a:bodyPr/>
        <a:lstStyle/>
        <a:p>
          <a:endParaRPr lang="en-US"/>
        </a:p>
      </dgm:t>
    </dgm:pt>
    <dgm:pt modelId="{69D23BF2-15A3-4F2C-ACED-4A0E2D531334}" type="sibTrans" cxnId="{0D69BD22-91B3-4AE8-BBC3-F78B761D92A8}">
      <dgm:prSet/>
      <dgm:spPr/>
      <dgm:t>
        <a:bodyPr/>
        <a:lstStyle/>
        <a:p>
          <a:endParaRPr lang="en-US"/>
        </a:p>
      </dgm:t>
    </dgm:pt>
    <dgm:pt modelId="{CE167B71-1324-4956-B93D-DCE36E853A87}">
      <dgm:prSet/>
      <dgm:spPr/>
      <dgm:t>
        <a:bodyPr/>
        <a:lstStyle/>
        <a:p>
          <a:r>
            <a:rPr lang="en-US"/>
            <a:t>6. Clique em Iniciar.</a:t>
          </a:r>
        </a:p>
      </dgm:t>
    </dgm:pt>
    <dgm:pt modelId="{628D9075-8D4C-4F15-A453-5038B99A7A10}" type="parTrans" cxnId="{BF8F5265-805C-4B36-A3F9-03EED439EA97}">
      <dgm:prSet/>
      <dgm:spPr/>
      <dgm:t>
        <a:bodyPr/>
        <a:lstStyle/>
        <a:p>
          <a:endParaRPr lang="en-US"/>
        </a:p>
      </dgm:t>
    </dgm:pt>
    <dgm:pt modelId="{9770005A-6FFD-4EF4-9181-CD15B26ECEEA}" type="sibTrans" cxnId="{BF8F5265-805C-4B36-A3F9-03EED439EA97}">
      <dgm:prSet/>
      <dgm:spPr/>
      <dgm:t>
        <a:bodyPr/>
        <a:lstStyle/>
        <a:p>
          <a:endParaRPr lang="en-US"/>
        </a:p>
      </dgm:t>
    </dgm:pt>
    <dgm:pt modelId="{DAB55049-CA95-4393-9515-CD27E27AA9A7}" type="pres">
      <dgm:prSet presAssocID="{8EF17FE5-946E-4C03-83A3-8EAF05FF1031}" presName="linear" presStyleCnt="0">
        <dgm:presLayoutVars>
          <dgm:animLvl val="lvl"/>
          <dgm:resizeHandles val="exact"/>
        </dgm:presLayoutVars>
      </dgm:prSet>
      <dgm:spPr/>
    </dgm:pt>
    <dgm:pt modelId="{55DA7A1E-A998-456A-B537-D47DB7EC5E35}" type="pres">
      <dgm:prSet presAssocID="{5E59B765-D7EA-4660-B39B-A3E7E7DFFB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CF3A397-AB81-4952-9719-2ECDD0AAD764}" type="pres">
      <dgm:prSet presAssocID="{00F96DDF-9E11-4D51-99F7-415C6842C799}" presName="spacer" presStyleCnt="0"/>
      <dgm:spPr/>
    </dgm:pt>
    <dgm:pt modelId="{8E458732-37A6-40A0-B2E0-F2C1636DED30}" type="pres">
      <dgm:prSet presAssocID="{101CF8D8-F887-4777-A62F-AD11EC8562A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7092233-5E46-4FB0-9410-B28A8F944228}" type="pres">
      <dgm:prSet presAssocID="{B2FA6B5D-9DFF-4052-AD90-7DCE5395AB76}" presName="spacer" presStyleCnt="0"/>
      <dgm:spPr/>
    </dgm:pt>
    <dgm:pt modelId="{7357B28C-F8B0-44C7-B6D6-F8C098FDB751}" type="pres">
      <dgm:prSet presAssocID="{796224A9-62FA-4017-B36A-36673437988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9435A7E-0695-45AB-A472-6668C8ED68C1}" type="pres">
      <dgm:prSet presAssocID="{86E5DA41-4166-4207-9100-DD707DC1D76E}" presName="spacer" presStyleCnt="0"/>
      <dgm:spPr/>
    </dgm:pt>
    <dgm:pt modelId="{29AAD2FA-A8E9-4E84-9780-DE89B1F20512}" type="pres">
      <dgm:prSet presAssocID="{00E094F3-7539-4250-8B31-B36FB0DF0A2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270BE79-0C57-4167-870E-EA41133E2637}" type="pres">
      <dgm:prSet presAssocID="{50186148-8945-4DDD-987D-CD5821A65B8D}" presName="spacer" presStyleCnt="0"/>
      <dgm:spPr/>
    </dgm:pt>
    <dgm:pt modelId="{0ACCEB14-D150-4E4D-9177-FB2BAFA3657F}" type="pres">
      <dgm:prSet presAssocID="{19B84B0E-F8C5-4081-B27E-D9BA4277BE2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F770D09-1768-45DB-927E-B8FB6B972B97}" type="pres">
      <dgm:prSet presAssocID="{69D23BF2-15A3-4F2C-ACED-4A0E2D531334}" presName="spacer" presStyleCnt="0"/>
      <dgm:spPr/>
    </dgm:pt>
    <dgm:pt modelId="{516EEA39-6DC2-4225-9EF2-F660B7D2D1E7}" type="pres">
      <dgm:prSet presAssocID="{CE167B71-1324-4956-B93D-DCE36E853A8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25B510C-F7D5-44F0-88CB-15908B88D88A}" srcId="{8EF17FE5-946E-4C03-83A3-8EAF05FF1031}" destId="{796224A9-62FA-4017-B36A-366734379880}" srcOrd="2" destOrd="0" parTransId="{B0F3BBD3-44B4-4144-91F2-E2DB8C294286}" sibTransId="{86E5DA41-4166-4207-9100-DD707DC1D76E}"/>
    <dgm:cxn modelId="{0D69BD22-91B3-4AE8-BBC3-F78B761D92A8}" srcId="{8EF17FE5-946E-4C03-83A3-8EAF05FF1031}" destId="{19B84B0E-F8C5-4081-B27E-D9BA4277BE2A}" srcOrd="4" destOrd="0" parTransId="{3E20B3BB-381C-4B5D-81E1-637209F19990}" sibTransId="{69D23BF2-15A3-4F2C-ACED-4A0E2D531334}"/>
    <dgm:cxn modelId="{31BB1F39-F88F-4B18-B893-0836F09A062D}" srcId="{8EF17FE5-946E-4C03-83A3-8EAF05FF1031}" destId="{5E59B765-D7EA-4660-B39B-A3E7E7DFFBE6}" srcOrd="0" destOrd="0" parTransId="{119789B4-C53A-47EB-B6CF-FB374CEF6594}" sibTransId="{00F96DDF-9E11-4D51-99F7-415C6842C799}"/>
    <dgm:cxn modelId="{93484B42-202B-4D3A-88AA-E36D27A78EC7}" type="presOf" srcId="{5E59B765-D7EA-4660-B39B-A3E7E7DFFBE6}" destId="{55DA7A1E-A998-456A-B537-D47DB7EC5E35}" srcOrd="0" destOrd="0" presId="urn:microsoft.com/office/officeart/2005/8/layout/vList2"/>
    <dgm:cxn modelId="{5727DA43-E074-4645-A336-612236F9FAD3}" type="presOf" srcId="{CE167B71-1324-4956-B93D-DCE36E853A87}" destId="{516EEA39-6DC2-4225-9EF2-F660B7D2D1E7}" srcOrd="0" destOrd="0" presId="urn:microsoft.com/office/officeart/2005/8/layout/vList2"/>
    <dgm:cxn modelId="{BF8F5265-805C-4B36-A3F9-03EED439EA97}" srcId="{8EF17FE5-946E-4C03-83A3-8EAF05FF1031}" destId="{CE167B71-1324-4956-B93D-DCE36E853A87}" srcOrd="5" destOrd="0" parTransId="{628D9075-8D4C-4F15-A453-5038B99A7A10}" sibTransId="{9770005A-6FFD-4EF4-9181-CD15B26ECEEA}"/>
    <dgm:cxn modelId="{D62BA575-149C-4A8A-A68E-BF6D5D7ECDEE}" type="presOf" srcId="{796224A9-62FA-4017-B36A-366734379880}" destId="{7357B28C-F8B0-44C7-B6D6-F8C098FDB751}" srcOrd="0" destOrd="0" presId="urn:microsoft.com/office/officeart/2005/8/layout/vList2"/>
    <dgm:cxn modelId="{86AB4587-AEE6-40C9-A74E-A865B9E1177B}" type="presOf" srcId="{19B84B0E-F8C5-4081-B27E-D9BA4277BE2A}" destId="{0ACCEB14-D150-4E4D-9177-FB2BAFA3657F}" srcOrd="0" destOrd="0" presId="urn:microsoft.com/office/officeart/2005/8/layout/vList2"/>
    <dgm:cxn modelId="{F1B24BA1-5C8E-449E-8D46-386D46BEBCCC}" srcId="{8EF17FE5-946E-4C03-83A3-8EAF05FF1031}" destId="{101CF8D8-F887-4777-A62F-AD11EC8562AD}" srcOrd="1" destOrd="0" parTransId="{CD75F6C7-21F0-4BFF-9B22-AE26C2228D80}" sibTransId="{B2FA6B5D-9DFF-4052-AD90-7DCE5395AB76}"/>
    <dgm:cxn modelId="{4D52E2AB-0BD4-4A57-9E8A-18A96B3444A9}" type="presOf" srcId="{101CF8D8-F887-4777-A62F-AD11EC8562AD}" destId="{8E458732-37A6-40A0-B2E0-F2C1636DED30}" srcOrd="0" destOrd="0" presId="urn:microsoft.com/office/officeart/2005/8/layout/vList2"/>
    <dgm:cxn modelId="{A177C3B5-8E01-47F4-BFD7-96F620C4822D}" srcId="{8EF17FE5-946E-4C03-83A3-8EAF05FF1031}" destId="{00E094F3-7539-4250-8B31-B36FB0DF0A22}" srcOrd="3" destOrd="0" parTransId="{5B6CCDA6-BCE7-4FC8-970D-89178BFAF575}" sibTransId="{50186148-8945-4DDD-987D-CD5821A65B8D}"/>
    <dgm:cxn modelId="{A16241BC-228C-4B13-B149-2E79BD52701F}" type="presOf" srcId="{00E094F3-7539-4250-8B31-B36FB0DF0A22}" destId="{29AAD2FA-A8E9-4E84-9780-DE89B1F20512}" srcOrd="0" destOrd="0" presId="urn:microsoft.com/office/officeart/2005/8/layout/vList2"/>
    <dgm:cxn modelId="{20DAB3DB-AFF0-4EE2-8629-991AF778C671}" type="presOf" srcId="{8EF17FE5-946E-4C03-83A3-8EAF05FF1031}" destId="{DAB55049-CA95-4393-9515-CD27E27AA9A7}" srcOrd="0" destOrd="0" presId="urn:microsoft.com/office/officeart/2005/8/layout/vList2"/>
    <dgm:cxn modelId="{2060324E-8262-4E04-AE75-561FFDC8036B}" type="presParOf" srcId="{DAB55049-CA95-4393-9515-CD27E27AA9A7}" destId="{55DA7A1E-A998-456A-B537-D47DB7EC5E35}" srcOrd="0" destOrd="0" presId="urn:microsoft.com/office/officeart/2005/8/layout/vList2"/>
    <dgm:cxn modelId="{6E8AB58C-016C-4622-A3E0-66FFCE09D5AC}" type="presParOf" srcId="{DAB55049-CA95-4393-9515-CD27E27AA9A7}" destId="{3CF3A397-AB81-4952-9719-2ECDD0AAD764}" srcOrd="1" destOrd="0" presId="urn:microsoft.com/office/officeart/2005/8/layout/vList2"/>
    <dgm:cxn modelId="{5A7F9B3F-190D-49BC-91D8-8C96B0E8777B}" type="presParOf" srcId="{DAB55049-CA95-4393-9515-CD27E27AA9A7}" destId="{8E458732-37A6-40A0-B2E0-F2C1636DED30}" srcOrd="2" destOrd="0" presId="urn:microsoft.com/office/officeart/2005/8/layout/vList2"/>
    <dgm:cxn modelId="{9D931AFE-9737-4672-BB44-6CF809F8201C}" type="presParOf" srcId="{DAB55049-CA95-4393-9515-CD27E27AA9A7}" destId="{A7092233-5E46-4FB0-9410-B28A8F944228}" srcOrd="3" destOrd="0" presId="urn:microsoft.com/office/officeart/2005/8/layout/vList2"/>
    <dgm:cxn modelId="{39F33794-4AEB-4D9E-8FE0-3654FAEA9705}" type="presParOf" srcId="{DAB55049-CA95-4393-9515-CD27E27AA9A7}" destId="{7357B28C-F8B0-44C7-B6D6-F8C098FDB751}" srcOrd="4" destOrd="0" presId="urn:microsoft.com/office/officeart/2005/8/layout/vList2"/>
    <dgm:cxn modelId="{A6CF3FD7-F5C6-4EF3-8401-C1EC6BFA895F}" type="presParOf" srcId="{DAB55049-CA95-4393-9515-CD27E27AA9A7}" destId="{49435A7E-0695-45AB-A472-6668C8ED68C1}" srcOrd="5" destOrd="0" presId="urn:microsoft.com/office/officeart/2005/8/layout/vList2"/>
    <dgm:cxn modelId="{8A980DBC-F706-4F55-B1DF-2FA80B9A63D4}" type="presParOf" srcId="{DAB55049-CA95-4393-9515-CD27E27AA9A7}" destId="{29AAD2FA-A8E9-4E84-9780-DE89B1F20512}" srcOrd="6" destOrd="0" presId="urn:microsoft.com/office/officeart/2005/8/layout/vList2"/>
    <dgm:cxn modelId="{D57D7468-F06F-4FD3-B8B9-5125CEA4297F}" type="presParOf" srcId="{DAB55049-CA95-4393-9515-CD27E27AA9A7}" destId="{6270BE79-0C57-4167-870E-EA41133E2637}" srcOrd="7" destOrd="0" presId="urn:microsoft.com/office/officeart/2005/8/layout/vList2"/>
    <dgm:cxn modelId="{03FFE26C-DA72-48B3-A1C4-33E3BD7B3C53}" type="presParOf" srcId="{DAB55049-CA95-4393-9515-CD27E27AA9A7}" destId="{0ACCEB14-D150-4E4D-9177-FB2BAFA3657F}" srcOrd="8" destOrd="0" presId="urn:microsoft.com/office/officeart/2005/8/layout/vList2"/>
    <dgm:cxn modelId="{AFFBD000-FBD1-4469-8BB8-CFF328BE6707}" type="presParOf" srcId="{DAB55049-CA95-4393-9515-CD27E27AA9A7}" destId="{8F770D09-1768-45DB-927E-B8FB6B972B97}" srcOrd="9" destOrd="0" presId="urn:microsoft.com/office/officeart/2005/8/layout/vList2"/>
    <dgm:cxn modelId="{17C72EAF-17CA-4CF1-8A21-9E3B047C6B22}" type="presParOf" srcId="{DAB55049-CA95-4393-9515-CD27E27AA9A7}" destId="{516EEA39-6DC2-4225-9EF2-F660B7D2D1E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D6DD3-A066-43AB-958E-B106A57EDD05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C22D0-8CD2-4FA3-AA12-BBE50556EE1B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CA66C-8DB7-492F-98CE-852E004BC49A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Rufus é um utilitário gratuito e de código aberto para Windows.</a:t>
          </a:r>
        </a:p>
      </dsp:txBody>
      <dsp:txXfrm>
        <a:off x="1350519" y="499"/>
        <a:ext cx="5863080" cy="1169280"/>
      </dsp:txXfrm>
    </dsp:sp>
    <dsp:sp modelId="{887D294D-8CC8-47A7-8B40-8C849D194BC2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1D368-3C71-4F0F-9E91-9E2EB52F6B7B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7DF7F-2010-4C5F-94B4-FCB352B3BA6C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Permite formatar e criar unidades USB bootáveis.</a:t>
          </a:r>
        </a:p>
      </dsp:txBody>
      <dsp:txXfrm>
        <a:off x="1350519" y="1462100"/>
        <a:ext cx="5863080" cy="1169280"/>
      </dsp:txXfrm>
    </dsp:sp>
    <dsp:sp modelId="{9DD379E6-16D1-441F-A9D0-E23EFE685059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D4A74-2FE5-41BC-B3A2-E807B48F937F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4376C-1AA5-4540-91EA-7BF1239A4AEB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Usado para instalar sistemas operacionais em computadores sem leitor de CD/DVD.</a:t>
          </a:r>
        </a:p>
      </dsp:txBody>
      <dsp:txXfrm>
        <a:off x="1350519" y="2923701"/>
        <a:ext cx="5863080" cy="1169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2594F-E754-46D4-84CC-DE97DC8E9DBF}">
      <dsp:nvSpPr>
        <dsp:cNvPr id="0" name=""/>
        <dsp:cNvSpPr/>
      </dsp:nvSpPr>
      <dsp:spPr>
        <a:xfrm>
          <a:off x="0" y="607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C7B36-7971-4FBA-8448-361C64B02478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D667D-2018-41BC-BD19-9DA0D9AA2FFE}">
      <dsp:nvSpPr>
        <dsp:cNvPr id="0" name=""/>
        <dsp:cNvSpPr/>
      </dsp:nvSpPr>
      <dsp:spPr>
        <a:xfrm>
          <a:off x="1642860" y="607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Pendrive com pelo menos 8 GB.</a:t>
          </a:r>
        </a:p>
      </dsp:txBody>
      <dsp:txXfrm>
        <a:off x="1642860" y="607"/>
        <a:ext cx="3328742" cy="1422390"/>
      </dsp:txXfrm>
    </dsp:sp>
    <dsp:sp modelId="{555B7C49-9939-4FF4-A658-7C7F49EA80E8}">
      <dsp:nvSpPr>
        <dsp:cNvPr id="0" name=""/>
        <dsp:cNvSpPr/>
      </dsp:nvSpPr>
      <dsp:spPr>
        <a:xfrm>
          <a:off x="0" y="1778595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8ECFC-13F5-47EC-93A6-D75671BF6DFC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EE81B-BA91-4C8A-9B2B-DFB51A3CED42}">
      <dsp:nvSpPr>
        <dsp:cNvPr id="0" name=""/>
        <dsp:cNvSpPr/>
      </dsp:nvSpPr>
      <dsp:spPr>
        <a:xfrm>
          <a:off x="1642860" y="1778595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Arquivo ISO do Windows.</a:t>
          </a:r>
        </a:p>
      </dsp:txBody>
      <dsp:txXfrm>
        <a:off x="1642860" y="1778595"/>
        <a:ext cx="3328742" cy="1422390"/>
      </dsp:txXfrm>
    </dsp:sp>
    <dsp:sp modelId="{ADB42906-1208-4C3B-8333-7FF01983E96A}">
      <dsp:nvSpPr>
        <dsp:cNvPr id="0" name=""/>
        <dsp:cNvSpPr/>
      </dsp:nvSpPr>
      <dsp:spPr>
        <a:xfrm>
          <a:off x="0" y="3556583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C50A5-0B77-47DA-9097-9AE0C2DC84EB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BCE14-517F-4F0F-806E-8410555F8C8F}">
      <dsp:nvSpPr>
        <dsp:cNvPr id="0" name=""/>
        <dsp:cNvSpPr/>
      </dsp:nvSpPr>
      <dsp:spPr>
        <a:xfrm>
          <a:off x="1642860" y="3556583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Programa Rufus.</a:t>
          </a:r>
        </a:p>
      </dsp:txBody>
      <dsp:txXfrm>
        <a:off x="1642860" y="3556583"/>
        <a:ext cx="3328742" cy="14223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A7A1E-A998-456A-B537-D47DB7EC5E35}">
      <dsp:nvSpPr>
        <dsp:cNvPr id="0" name=""/>
        <dsp:cNvSpPr/>
      </dsp:nvSpPr>
      <dsp:spPr>
        <a:xfrm>
          <a:off x="0" y="64290"/>
          <a:ext cx="4971603" cy="760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1. Baixe e abra o Rufus.</a:t>
          </a:r>
        </a:p>
      </dsp:txBody>
      <dsp:txXfrm>
        <a:off x="37125" y="101415"/>
        <a:ext cx="4897353" cy="686250"/>
      </dsp:txXfrm>
    </dsp:sp>
    <dsp:sp modelId="{8E458732-37A6-40A0-B2E0-F2C1636DED30}">
      <dsp:nvSpPr>
        <dsp:cNvPr id="0" name=""/>
        <dsp:cNvSpPr/>
      </dsp:nvSpPr>
      <dsp:spPr>
        <a:xfrm>
          <a:off x="0" y="882390"/>
          <a:ext cx="4971603" cy="760500"/>
        </a:xfrm>
        <a:prstGeom prst="roundRect">
          <a:avLst/>
        </a:prstGeom>
        <a:gradFill rotWithShape="0">
          <a:gsLst>
            <a:gs pos="0">
              <a:schemeClr val="accent2">
                <a:hueOff val="-592857"/>
                <a:satOff val="2840"/>
                <a:lumOff val="2627"/>
                <a:alphaOff val="0"/>
                <a:tint val="96000"/>
                <a:lumMod val="100000"/>
              </a:schemeClr>
            </a:gs>
            <a:gs pos="78000">
              <a:schemeClr val="accent2">
                <a:hueOff val="-592857"/>
                <a:satOff val="2840"/>
                <a:lumOff val="262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2. Conecte o pendrive.</a:t>
          </a:r>
        </a:p>
      </dsp:txBody>
      <dsp:txXfrm>
        <a:off x="37125" y="919515"/>
        <a:ext cx="4897353" cy="686250"/>
      </dsp:txXfrm>
    </dsp:sp>
    <dsp:sp modelId="{7357B28C-F8B0-44C7-B6D6-F8C098FDB751}">
      <dsp:nvSpPr>
        <dsp:cNvPr id="0" name=""/>
        <dsp:cNvSpPr/>
      </dsp:nvSpPr>
      <dsp:spPr>
        <a:xfrm>
          <a:off x="0" y="1700490"/>
          <a:ext cx="4971603" cy="760500"/>
        </a:xfrm>
        <a:prstGeom prst="roundRect">
          <a:avLst/>
        </a:prstGeom>
        <a:gradFill rotWithShape="0">
          <a:gsLst>
            <a:gs pos="0">
              <a:schemeClr val="accent2">
                <a:hueOff val="-1185714"/>
                <a:satOff val="5680"/>
                <a:lumOff val="5255"/>
                <a:alphaOff val="0"/>
                <a:tint val="96000"/>
                <a:lumMod val="100000"/>
              </a:schemeClr>
            </a:gs>
            <a:gs pos="78000">
              <a:schemeClr val="accent2">
                <a:hueOff val="-1185714"/>
                <a:satOff val="5680"/>
                <a:lumOff val="525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3. Selecione o dispositivo.</a:t>
          </a:r>
        </a:p>
      </dsp:txBody>
      <dsp:txXfrm>
        <a:off x="37125" y="1737615"/>
        <a:ext cx="4897353" cy="686250"/>
      </dsp:txXfrm>
    </dsp:sp>
    <dsp:sp modelId="{29AAD2FA-A8E9-4E84-9780-DE89B1F20512}">
      <dsp:nvSpPr>
        <dsp:cNvPr id="0" name=""/>
        <dsp:cNvSpPr/>
      </dsp:nvSpPr>
      <dsp:spPr>
        <a:xfrm>
          <a:off x="0" y="2518590"/>
          <a:ext cx="4971603" cy="760500"/>
        </a:xfrm>
        <a:prstGeom prst="roundRect">
          <a:avLst/>
        </a:prstGeom>
        <a:gradFill rotWithShape="0">
          <a:gsLst>
            <a:gs pos="0">
              <a:schemeClr val="accent2">
                <a:hueOff val="-1778572"/>
                <a:satOff val="8520"/>
                <a:lumOff val="7882"/>
                <a:alphaOff val="0"/>
                <a:tint val="96000"/>
                <a:lumMod val="100000"/>
              </a:schemeClr>
            </a:gs>
            <a:gs pos="78000">
              <a:schemeClr val="accent2">
                <a:hueOff val="-1778572"/>
                <a:satOff val="8520"/>
                <a:lumOff val="788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4. Escolha o arquivo ISO.</a:t>
          </a:r>
        </a:p>
      </dsp:txBody>
      <dsp:txXfrm>
        <a:off x="37125" y="2555715"/>
        <a:ext cx="4897353" cy="686250"/>
      </dsp:txXfrm>
    </dsp:sp>
    <dsp:sp modelId="{0ACCEB14-D150-4E4D-9177-FB2BAFA3657F}">
      <dsp:nvSpPr>
        <dsp:cNvPr id="0" name=""/>
        <dsp:cNvSpPr/>
      </dsp:nvSpPr>
      <dsp:spPr>
        <a:xfrm>
          <a:off x="0" y="3336690"/>
          <a:ext cx="4971603" cy="760500"/>
        </a:xfrm>
        <a:prstGeom prst="roundRect">
          <a:avLst/>
        </a:prstGeom>
        <a:gradFill rotWithShape="0">
          <a:gsLst>
            <a:gs pos="0">
              <a:schemeClr val="accent2">
                <a:hueOff val="-2371429"/>
                <a:satOff val="11360"/>
                <a:lumOff val="10510"/>
                <a:alphaOff val="0"/>
                <a:tint val="96000"/>
                <a:lumMod val="100000"/>
              </a:schemeClr>
            </a:gs>
            <a:gs pos="78000">
              <a:schemeClr val="accent2">
                <a:hueOff val="-2371429"/>
                <a:satOff val="11360"/>
                <a:lumOff val="1051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5. Configure esquema de partição e sistema de arquivos.</a:t>
          </a:r>
        </a:p>
      </dsp:txBody>
      <dsp:txXfrm>
        <a:off x="37125" y="3373815"/>
        <a:ext cx="4897353" cy="686250"/>
      </dsp:txXfrm>
    </dsp:sp>
    <dsp:sp modelId="{516EEA39-6DC2-4225-9EF2-F660B7D2D1E7}">
      <dsp:nvSpPr>
        <dsp:cNvPr id="0" name=""/>
        <dsp:cNvSpPr/>
      </dsp:nvSpPr>
      <dsp:spPr>
        <a:xfrm>
          <a:off x="0" y="4154790"/>
          <a:ext cx="4971603" cy="76050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6. Clique em Iniciar.</a:t>
          </a:r>
        </a:p>
      </dsp:txBody>
      <dsp:txXfrm>
        <a:off x="37125" y="4191915"/>
        <a:ext cx="4897353" cy="686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3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94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1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0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2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6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4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6995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99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9265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01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50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6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2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3"/>
            <a:ext cx="5825202" cy="109689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Guia prático para alunos de informática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511277"/>
            <a:ext cx="5825202" cy="353955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 dirty="0"/>
              <a:t>Arquitetura e Manutenção de Computadores</a:t>
            </a:r>
            <a:br>
              <a:rPr lang="pt-BR" sz="3400" dirty="0"/>
            </a:br>
            <a:r>
              <a:rPr lang="pt-BR" sz="3400" dirty="0"/>
              <a:t>Aula 5: </a:t>
            </a:r>
            <a:br>
              <a:rPr lang="pt-BR" sz="3400" dirty="0"/>
            </a:br>
            <a:r>
              <a:rPr lang="pt-BR" sz="3400" dirty="0"/>
              <a:t>Criando um Disco de Boot do Windows com Rufus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O que é Rufus?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D9DD5B-3AAF-2758-AE1E-C050E3612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61608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pt-BR" sz="3800"/>
              <a:t>Pré-requisitos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6448CF-9DD3-4127-3AC0-D96F4F03F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434867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pt-BR" sz="3800"/>
              <a:t>Passo a passo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09BF7D-D37A-3EB2-644A-87A845B69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945118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chemeClr val="tx1">
                    <a:lumMod val="85000"/>
                    <a:lumOff val="15000"/>
                  </a:schemeClr>
                </a:solidFill>
              </a:rPr>
              <a:t>Observações importantes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UEFI vs Legacy.</a:t>
            </a:r>
          </a:p>
          <a:p>
            <a:r>
              <a:rPr lang="pt-BR">
                <a:solidFill>
                  <a:srgbClr val="FFFFFF"/>
                </a:solidFill>
              </a:rPr>
              <a:t>Secure Boot pode precisar ser desativado.</a:t>
            </a:r>
          </a:p>
          <a:p>
            <a:r>
              <a:rPr lang="pt-BR">
                <a:solidFill>
                  <a:srgbClr val="FFFFFF"/>
                </a:solidFill>
              </a:rPr>
              <a:t>Pendrive pronto para instalar o Windows.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Atividade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 err="1"/>
              <a:t>Questão</a:t>
            </a:r>
            <a:r>
              <a:rPr dirty="0"/>
              <a:t> 1: </a:t>
            </a:r>
            <a:endParaRPr lang="pt-BR" dirty="0"/>
          </a:p>
          <a:p>
            <a:r>
              <a:rPr lang="pt-BR" dirty="0"/>
              <a:t>Qual a f</a:t>
            </a:r>
            <a:r>
              <a:rPr dirty="0" err="1"/>
              <a:t>unção</a:t>
            </a:r>
            <a:r>
              <a:rPr dirty="0"/>
              <a:t> principal do Rufus</a:t>
            </a:r>
            <a:r>
              <a:rPr lang="pt-BR" dirty="0"/>
              <a:t>?</a:t>
            </a:r>
            <a:endParaRPr dirty="0"/>
          </a:p>
          <a:p>
            <a:pPr lvl="1"/>
            <a:r>
              <a:rPr dirty="0"/>
              <a:t>A) </a:t>
            </a:r>
            <a:r>
              <a:rPr dirty="0" err="1"/>
              <a:t>Editar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 ISO</a:t>
            </a:r>
          </a:p>
          <a:p>
            <a:pPr lvl="1"/>
            <a:r>
              <a:rPr dirty="0"/>
              <a:t>B) </a:t>
            </a: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pendrives</a:t>
            </a:r>
            <a:r>
              <a:rPr dirty="0"/>
              <a:t> </a:t>
            </a:r>
            <a:r>
              <a:rPr dirty="0" err="1"/>
              <a:t>bootáveis</a:t>
            </a:r>
            <a:r>
              <a:rPr dirty="0"/>
              <a:t> </a:t>
            </a:r>
          </a:p>
          <a:p>
            <a:pPr lvl="1"/>
            <a:r>
              <a:rPr dirty="0"/>
              <a:t>C) </a:t>
            </a:r>
            <a:r>
              <a:rPr dirty="0" err="1"/>
              <a:t>Compactar</a:t>
            </a:r>
            <a:r>
              <a:rPr dirty="0"/>
              <a:t> </a:t>
            </a:r>
            <a:r>
              <a:rPr dirty="0" err="1"/>
              <a:t>arquivos</a:t>
            </a:r>
            <a:endParaRPr dirty="0"/>
          </a:p>
          <a:p>
            <a:pPr lvl="1"/>
            <a:r>
              <a:rPr dirty="0"/>
              <a:t>D) </a:t>
            </a:r>
            <a:r>
              <a:rPr dirty="0" err="1"/>
              <a:t>Instalar</a:t>
            </a:r>
            <a:r>
              <a:rPr dirty="0"/>
              <a:t> drivers </a:t>
            </a:r>
            <a:r>
              <a:rPr dirty="0" err="1"/>
              <a:t>automaticamente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40CE9-299E-B5BF-712C-97D024B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A545-93C5-DD16-DADB-3407D94D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Atividade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A477-5BE9-7C47-9483-147735CF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Questão</a:t>
            </a:r>
            <a:r>
              <a:rPr dirty="0"/>
              <a:t> 2: 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Qual o s</a:t>
            </a:r>
            <a:r>
              <a:rPr dirty="0" err="1"/>
              <a:t>istema</a:t>
            </a:r>
            <a:r>
              <a:rPr dirty="0"/>
              <a:t> de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recomendado</a:t>
            </a:r>
            <a:r>
              <a:rPr dirty="0"/>
              <a:t> para UEFI.</a:t>
            </a:r>
          </a:p>
          <a:p>
            <a:pPr lvl="1"/>
            <a:r>
              <a:rPr dirty="0"/>
              <a:t>A) NTFS</a:t>
            </a:r>
          </a:p>
          <a:p>
            <a:pPr lvl="1"/>
            <a:r>
              <a:rPr dirty="0"/>
              <a:t>B) FAT32</a:t>
            </a:r>
          </a:p>
          <a:p>
            <a:pPr lvl="1"/>
            <a:r>
              <a:rPr dirty="0"/>
              <a:t>C) </a:t>
            </a:r>
            <a:r>
              <a:rPr dirty="0" err="1"/>
              <a:t>exFAT</a:t>
            </a:r>
            <a:endParaRPr dirty="0"/>
          </a:p>
          <a:p>
            <a:pPr lvl="1"/>
            <a:r>
              <a:rPr dirty="0"/>
              <a:t>D) EXT4</a:t>
            </a:r>
          </a:p>
        </p:txBody>
      </p:sp>
    </p:spTree>
    <p:extLst>
      <p:ext uri="{BB962C8B-B14F-4D97-AF65-F5344CB8AC3E}">
        <p14:creationId xmlns:p14="http://schemas.microsoft.com/office/powerpoint/2010/main" val="19245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9298-EDEF-3E62-23AC-D8E619DB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0EE2-4A94-A702-DF8E-18E384EB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Atividade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ABAFF-CED7-2A35-E343-BC6F9EE61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Questão 3:</a:t>
            </a:r>
          </a:p>
          <a:p>
            <a:pPr marL="0" indent="0">
              <a:buNone/>
            </a:pPr>
            <a:r>
              <a:rPr lang="pt-BR" dirty="0"/>
              <a:t>Quais são os pré-requisitos para usar Rufus?</a:t>
            </a:r>
          </a:p>
          <a:p>
            <a:pPr lvl="1"/>
            <a:r>
              <a:rPr dirty="0"/>
              <a:t>A) Um </a:t>
            </a:r>
            <a:r>
              <a:rPr dirty="0" err="1"/>
              <a:t>antivírus</a:t>
            </a:r>
            <a:r>
              <a:rPr dirty="0"/>
              <a:t> </a:t>
            </a:r>
            <a:r>
              <a:rPr dirty="0" err="1"/>
              <a:t>atualizado</a:t>
            </a:r>
            <a:endParaRPr dirty="0"/>
          </a:p>
          <a:p>
            <a:pPr lvl="1"/>
            <a:r>
              <a:rPr dirty="0"/>
              <a:t>B) Um </a:t>
            </a:r>
            <a:r>
              <a:rPr dirty="0" err="1"/>
              <a:t>pendrive</a:t>
            </a:r>
            <a:r>
              <a:rPr dirty="0"/>
              <a:t> e </a:t>
            </a:r>
            <a:r>
              <a:rPr dirty="0" err="1"/>
              <a:t>uma</a:t>
            </a:r>
            <a:r>
              <a:rPr dirty="0"/>
              <a:t> ISO do Windows</a:t>
            </a:r>
          </a:p>
          <a:p>
            <a:pPr lvl="1"/>
            <a:r>
              <a:rPr dirty="0"/>
              <a:t>C) Um </a:t>
            </a:r>
            <a:r>
              <a:rPr dirty="0" err="1"/>
              <a:t>cabo</a:t>
            </a:r>
            <a:r>
              <a:rPr dirty="0"/>
              <a:t> HDMI</a:t>
            </a:r>
          </a:p>
          <a:p>
            <a:pPr lvl="1"/>
            <a:r>
              <a:rPr dirty="0"/>
              <a:t>D) Um disco </a:t>
            </a:r>
            <a:r>
              <a:rPr dirty="0" err="1"/>
              <a:t>rígido</a:t>
            </a:r>
            <a:r>
              <a:rPr dirty="0"/>
              <a:t> </a:t>
            </a:r>
            <a:r>
              <a:rPr dirty="0" err="1"/>
              <a:t>externo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791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BC035-F85A-8124-0EA6-02C9CF8C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2DE0-DFF6-159D-A4CE-9609FAE9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Atividade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C463-DC39-B37E-89E7-CE4F41828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Questão</a:t>
            </a:r>
            <a:r>
              <a:rPr dirty="0"/>
              <a:t> 4: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Qual é o e</a:t>
            </a:r>
            <a:r>
              <a:rPr dirty="0" err="1"/>
              <a:t>squema</a:t>
            </a:r>
            <a:r>
              <a:rPr dirty="0"/>
              <a:t> de </a:t>
            </a:r>
            <a:r>
              <a:rPr dirty="0" err="1"/>
              <a:t>partição</a:t>
            </a:r>
            <a:r>
              <a:rPr dirty="0"/>
              <a:t> para BIOS Legacy.</a:t>
            </a:r>
          </a:p>
          <a:p>
            <a:pPr lvl="1"/>
            <a:r>
              <a:rPr dirty="0"/>
              <a:t>A) GPT</a:t>
            </a:r>
          </a:p>
          <a:p>
            <a:pPr lvl="1"/>
            <a:r>
              <a:rPr dirty="0"/>
              <a:t>B) MBR</a:t>
            </a:r>
          </a:p>
          <a:p>
            <a:pPr lvl="1"/>
            <a:r>
              <a:rPr dirty="0"/>
              <a:t>C) FAT32</a:t>
            </a:r>
          </a:p>
          <a:p>
            <a:pPr lvl="1"/>
            <a:r>
              <a:rPr dirty="0"/>
              <a:t>D) EXT3</a:t>
            </a:r>
          </a:p>
        </p:txBody>
      </p:sp>
    </p:spTree>
    <p:extLst>
      <p:ext uri="{BB962C8B-B14F-4D97-AF65-F5344CB8AC3E}">
        <p14:creationId xmlns:p14="http://schemas.microsoft.com/office/powerpoint/2010/main" val="3724522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3847-FD8F-BAB5-4ADD-CF9A6DBF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4181-390D-6883-19D1-62051640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Atividade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B793-9072-F0B6-AC1A-EF25A0E88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Questão</a:t>
            </a:r>
            <a:r>
              <a:rPr dirty="0"/>
              <a:t> 5:</a:t>
            </a:r>
            <a:endParaRPr lang="pt-BR" dirty="0"/>
          </a:p>
          <a:p>
            <a:pPr marL="0" indent="0">
              <a:buNone/>
            </a:pPr>
            <a:r>
              <a:rPr dirty="0"/>
              <a:t>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necessário</a:t>
            </a:r>
            <a:r>
              <a:rPr dirty="0"/>
              <a:t> </a:t>
            </a:r>
            <a:r>
              <a:rPr dirty="0" err="1"/>
              <a:t>desativar</a:t>
            </a:r>
            <a:r>
              <a:rPr lang="pt-BR" dirty="0"/>
              <a:t> para realizar o boot?</a:t>
            </a:r>
            <a:endParaRPr dirty="0"/>
          </a:p>
          <a:p>
            <a:pPr lvl="1"/>
            <a:r>
              <a:rPr dirty="0"/>
              <a:t>A) BitLocker</a:t>
            </a:r>
          </a:p>
          <a:p>
            <a:pPr lvl="1"/>
            <a:r>
              <a:rPr dirty="0"/>
              <a:t>B) Secure Boot</a:t>
            </a:r>
          </a:p>
          <a:p>
            <a:pPr lvl="1"/>
            <a:r>
              <a:rPr dirty="0"/>
              <a:t>C) Firewall</a:t>
            </a:r>
          </a:p>
          <a:p>
            <a:pPr lvl="1"/>
            <a:r>
              <a:rPr dirty="0"/>
              <a:t>D) Windows Defender</a:t>
            </a:r>
          </a:p>
        </p:txBody>
      </p:sp>
    </p:spTree>
    <p:extLst>
      <p:ext uri="{BB962C8B-B14F-4D97-AF65-F5344CB8AC3E}">
        <p14:creationId xmlns:p14="http://schemas.microsoft.com/office/powerpoint/2010/main" val="37944854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297</Words>
  <Application>Microsoft Office PowerPoint</Application>
  <PresentationFormat>Apresentação na tela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Facetado</vt:lpstr>
      <vt:lpstr>Arquitetura e Manutenção de Computadores Aula 5:  Criando um Disco de Boot do Windows com Rufus</vt:lpstr>
      <vt:lpstr>O que é Rufus?</vt:lpstr>
      <vt:lpstr>Pré-requisitos</vt:lpstr>
      <vt:lpstr>Passo a passo</vt:lpstr>
      <vt:lpstr>Observações importantes</vt:lpstr>
      <vt:lpstr>Atividade</vt:lpstr>
      <vt:lpstr>Atividade</vt:lpstr>
      <vt:lpstr>Atividade</vt:lpstr>
      <vt:lpstr>Atividade</vt:lpstr>
      <vt:lpstr>Atividade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Oliveira</cp:lastModifiedBy>
  <cp:revision>6</cp:revision>
  <dcterms:created xsi:type="dcterms:W3CDTF">2013-01-27T09:14:16Z</dcterms:created>
  <dcterms:modified xsi:type="dcterms:W3CDTF">2026-04-01T16:31:25Z</dcterms:modified>
  <cp:category/>
</cp:coreProperties>
</file>